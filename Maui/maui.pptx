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86C46-2893-43C5-92E2-5489A3229BAE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3A857-D5D9-4467-B01A-3EB6CC03D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06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3A857-D5D9-4467-B01A-3EB6CC03D1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3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86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6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72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2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5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2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9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7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404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96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750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932B5DD-AAA0-480D-ACC0-C074CC1CBF4B}" type="datetimeFigureOut">
              <a:rPr lang="en-US" smtClean="0"/>
              <a:t>06/29/2022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4AEF780-21C0-4528-9441-770058B75EE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20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52FE-0C71-9A50-2BC0-DAA5A942CB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.NET MAUI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10545-492B-6DD0-7842-B88673D17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CODE TALK-1</a:t>
            </a:r>
          </a:p>
        </p:txBody>
      </p:sp>
    </p:spTree>
    <p:extLst>
      <p:ext uri="{BB962C8B-B14F-4D97-AF65-F5344CB8AC3E}">
        <p14:creationId xmlns:p14="http://schemas.microsoft.com/office/powerpoint/2010/main" val="50404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20FAE-6CAB-52DF-3C27-E82EB082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MAUI?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05B345-756F-FDA7-8D34-D17A3564B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3429000"/>
            <a:ext cx="2127073" cy="2127073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62E7EC-0FF4-CC42-ED36-BB7804EB8280}"/>
              </a:ext>
            </a:extLst>
          </p:cNvPr>
          <p:cNvSpPr txBox="1"/>
          <p:nvPr/>
        </p:nvSpPr>
        <p:spPr>
          <a:xfrm>
            <a:off x="1524546" y="5697625"/>
            <a:ext cx="112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XAMARIN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07BA36-A0FA-78D5-B54B-F7B043C8F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143" y="3287447"/>
            <a:ext cx="2410178" cy="24101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2573F8-7EDF-3A2E-15D1-A04DCC935C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002" y="3429000"/>
            <a:ext cx="2414016" cy="21752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C4FAD4-CAE2-1246-4A50-0F36865B02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018" y="3429000"/>
            <a:ext cx="2143125" cy="217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25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7B8BC-77E0-197F-A6B3-7E70D94A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MAUI?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5DC8A763-A696-2F1F-FC1F-B2C47B1C8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951" y="3429000"/>
            <a:ext cx="2127073" cy="21270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F4A1DB-5D07-2203-6C5E-3FFA6B172957}"/>
              </a:ext>
            </a:extLst>
          </p:cNvPr>
          <p:cNvSpPr txBox="1"/>
          <p:nvPr/>
        </p:nvSpPr>
        <p:spPr>
          <a:xfrm>
            <a:off x="2924369" y="5697625"/>
            <a:ext cx="112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XAMARIN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6A558C8-A18A-0772-800A-72AF4CE48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417" y="3425521"/>
            <a:ext cx="2146632" cy="2130552"/>
          </a:xfr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1FC507-8F14-0EC7-54D0-119EB6337AB8}"/>
              </a:ext>
            </a:extLst>
          </p:cNvPr>
          <p:cNvCxnSpPr>
            <a:cxnSpLocks/>
          </p:cNvCxnSpPr>
          <p:nvPr/>
        </p:nvCxnSpPr>
        <p:spPr>
          <a:xfrm>
            <a:off x="4673599" y="4490797"/>
            <a:ext cx="286879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160608-4992-5A80-AEB8-EB08C43AD9AD}"/>
              </a:ext>
            </a:extLst>
          </p:cNvPr>
          <p:cNvSpPr txBox="1"/>
          <p:nvPr/>
        </p:nvSpPr>
        <p:spPr>
          <a:xfrm>
            <a:off x="8351476" y="5683072"/>
            <a:ext cx="68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MAUI</a:t>
            </a:r>
          </a:p>
        </p:txBody>
      </p:sp>
    </p:spTree>
    <p:extLst>
      <p:ext uri="{BB962C8B-B14F-4D97-AF65-F5344CB8AC3E}">
        <p14:creationId xmlns:p14="http://schemas.microsoft.com/office/powerpoint/2010/main" val="1588563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3250-DDB0-2C4C-6CC0-F3EB05E5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MAUI?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600A29A5-6BAA-EBA8-A211-D41FE67A3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487" y="3429000"/>
            <a:ext cx="2146632" cy="21305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DDA2EF-0725-9B17-4160-EC25874E07CC}"/>
              </a:ext>
            </a:extLst>
          </p:cNvPr>
          <p:cNvSpPr txBox="1"/>
          <p:nvPr/>
        </p:nvSpPr>
        <p:spPr>
          <a:xfrm>
            <a:off x="4091479" y="4297680"/>
            <a:ext cx="263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MULTI-PLATFORM APP 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7815A-07A9-6D68-D370-93F381EBD5B2}"/>
              </a:ext>
            </a:extLst>
          </p:cNvPr>
          <p:cNvSpPr txBox="1"/>
          <p:nvPr/>
        </p:nvSpPr>
        <p:spPr>
          <a:xfrm>
            <a:off x="7188538" y="4309610"/>
            <a:ext cx="384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ONE CODE-BASE / 5 (6?) PLATFORMS</a:t>
            </a:r>
          </a:p>
        </p:txBody>
      </p:sp>
    </p:spTree>
    <p:extLst>
      <p:ext uri="{BB962C8B-B14F-4D97-AF65-F5344CB8AC3E}">
        <p14:creationId xmlns:p14="http://schemas.microsoft.com/office/powerpoint/2010/main" val="377364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9FBE-1B63-41A1-A6D2-EB20E6F4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MAUI?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B8F5AF6D-6EC0-533D-D4F1-D38D30895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72" y="3429000"/>
            <a:ext cx="2146632" cy="213055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E66F73-056F-F38E-7007-3603409E5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087" y="3544209"/>
            <a:ext cx="1783080" cy="1783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FA8928-BE39-8BC0-9606-BD5C6D4C7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822" y="3646581"/>
            <a:ext cx="1781245" cy="1605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7D56C-3A94-96FD-AE15-C2845C2376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414" y="3544209"/>
            <a:ext cx="1783080" cy="18098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A26958-6042-8D05-50EA-787B42BF38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570" y="3725641"/>
            <a:ext cx="1446953" cy="14469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8F10B7-7959-2889-0BDF-D0AC5261C1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243" y="3668827"/>
            <a:ext cx="1560579" cy="156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4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1399-605D-0AE0-4BBF-813DD427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MAUI?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97745-DE89-3B73-7112-8FD281344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MAUI </a:t>
            </a:r>
            <a:r>
              <a:rPr lang="en-US" dirty="0" err="1"/>
              <a:t>Improvments</a:t>
            </a:r>
            <a:r>
              <a:rPr lang="en-US" dirty="0"/>
              <a:t> over Xamarin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C3950"/>
                </a:solidFill>
                <a:effectLst/>
                <a:latin typeface="Open Sans" panose="020B0604020202020204" pitchFamily="34" charset="0"/>
              </a:rPr>
              <a:t> Single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C3950"/>
                </a:solidFill>
                <a:latin typeface="Open Sans" panose="020B0604020202020204" pitchFamily="34" charset="0"/>
              </a:rPr>
              <a:t> Multi-window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C3950"/>
                </a:solidFill>
                <a:effectLst/>
                <a:latin typeface="Open Sans" panose="020B0604020202020204" pitchFamily="34" charset="0"/>
              </a:rPr>
              <a:t> .NET 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C3950"/>
                </a:solidFill>
                <a:effectLst/>
                <a:latin typeface="Open Sans" panose="020B0604020202020204" pitchFamily="34" charset="0"/>
              </a:rPr>
              <a:t>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C3950"/>
                </a:solidFill>
                <a:effectLst/>
                <a:latin typeface="Open Sans" panose="020B0604020202020204" pitchFamily="34" charset="0"/>
              </a:rPr>
              <a:t> Performance &amp; AOT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3C3950"/>
              </a:solidFill>
              <a:effectLst/>
              <a:latin typeface="Open Sans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3C3950"/>
              </a:solidFill>
              <a:effectLst/>
              <a:latin typeface="Open Sans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3C3950"/>
              </a:solidFill>
              <a:effectLst/>
              <a:latin typeface="Open Sans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7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309C-A711-5DE5-4930-BA65FD60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MAUI?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41A1A-C491-1F92-864E-CFEDAE8E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MAUI </a:t>
            </a:r>
            <a:r>
              <a:rPr lang="en-US" dirty="0" err="1"/>
              <a:t>Improvments</a:t>
            </a:r>
            <a:r>
              <a:rPr lang="en-US" dirty="0"/>
              <a:t> over Xamarin</a:t>
            </a:r>
          </a:p>
          <a:p>
            <a:pPr algn="ctr"/>
            <a:r>
              <a:rPr lang="en-US" dirty="0"/>
              <a:t>Ladies and Gentlemen</a:t>
            </a:r>
          </a:p>
          <a:p>
            <a:pPr algn="ctr"/>
            <a:r>
              <a:rPr lang="en-US" dirty="0"/>
              <a:t>Say Welcome to :</a:t>
            </a:r>
          </a:p>
        </p:txBody>
      </p:sp>
    </p:spTree>
    <p:extLst>
      <p:ext uri="{BB962C8B-B14F-4D97-AF65-F5344CB8AC3E}">
        <p14:creationId xmlns:p14="http://schemas.microsoft.com/office/powerpoint/2010/main" val="298901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B04F-A8D4-22A7-3644-35DDF45F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MAUI?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B7352-843C-6857-B783-F0300CE57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MAUI </a:t>
            </a:r>
            <a:r>
              <a:rPr lang="en-US" dirty="0" err="1"/>
              <a:t>Improvments</a:t>
            </a:r>
            <a:r>
              <a:rPr lang="en-US" dirty="0"/>
              <a:t> over Xamarin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2EDF5-7396-EE90-3902-6BEF0E2B0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61" y="2286000"/>
            <a:ext cx="3805405" cy="380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3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EFFC-199B-BC5A-D49C-11CD77DE6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MAUI?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B90FD-52E9-E41D-2E70-83EDEC1B0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1" dirty="0">
                <a:solidFill>
                  <a:srgbClr val="3C3950"/>
                </a:solidFill>
                <a:latin typeface="Open Sans" panose="020B0604020202020204" pitchFamily="34" charset="0"/>
              </a:rPr>
              <a:t>C# instead of JavaScript</a:t>
            </a:r>
            <a:endParaRPr lang="fa-IR" b="1" dirty="0">
              <a:solidFill>
                <a:srgbClr val="3C3950"/>
              </a:solidFill>
              <a:latin typeface="Open Sans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C3950"/>
                </a:solidFill>
                <a:latin typeface="Open Sans" panose="020B0604020202020204" pitchFamily="34" charset="0"/>
              </a:rPr>
              <a:t> </a:t>
            </a:r>
            <a:r>
              <a:rPr lang="en-US" b="1" dirty="0" err="1">
                <a:solidFill>
                  <a:srgbClr val="3C3950"/>
                </a:solidFill>
                <a:latin typeface="Open Sans" panose="020B0604020202020204" pitchFamily="34" charset="0"/>
              </a:rPr>
              <a:t>Introp</a:t>
            </a:r>
            <a:r>
              <a:rPr lang="en-US" b="1" dirty="0">
                <a:solidFill>
                  <a:srgbClr val="3C3950"/>
                </a:solidFill>
                <a:latin typeface="Open Sans" panose="020B0604020202020204" pitchFamily="34" charset="0"/>
              </a:rPr>
              <a:t> with </a:t>
            </a:r>
            <a:r>
              <a:rPr lang="en-US" b="1" dirty="0" err="1">
                <a:solidFill>
                  <a:srgbClr val="3C3950"/>
                </a:solidFill>
                <a:latin typeface="Open Sans" panose="020B0604020202020204" pitchFamily="34" charset="0"/>
              </a:rPr>
              <a:t>Js</a:t>
            </a:r>
            <a:endParaRPr lang="en-US" b="1" dirty="0">
              <a:solidFill>
                <a:srgbClr val="3C3950"/>
              </a:solidFill>
              <a:latin typeface="Open Sans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1" dirty="0" err="1">
                <a:solidFill>
                  <a:srgbClr val="3C3950"/>
                </a:solidFill>
                <a:latin typeface="Open Sans" panose="020B0604020202020204" pitchFamily="34" charset="0"/>
              </a:rPr>
              <a:t>WebAssembly</a:t>
            </a:r>
            <a:r>
              <a:rPr lang="en-US" b="1" dirty="0">
                <a:solidFill>
                  <a:srgbClr val="3C3950"/>
                </a:solidFill>
                <a:latin typeface="Open Sans" panose="020B0604020202020204" pitchFamily="34" charset="0"/>
              </a:rPr>
              <a:t> | Server | Component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C3950"/>
                </a:solidFill>
                <a:latin typeface="Open Sans" panose="020B0604020202020204" pitchFamily="34" charset="0"/>
              </a:rPr>
              <a:t> </a:t>
            </a:r>
            <a:r>
              <a:rPr lang="en-US" b="1" dirty="0" err="1">
                <a:solidFill>
                  <a:srgbClr val="3C3950"/>
                </a:solidFill>
                <a:latin typeface="Open Sans" panose="020B0604020202020204" pitchFamily="34" charset="0"/>
              </a:rPr>
              <a:t>Blazor</a:t>
            </a:r>
            <a:r>
              <a:rPr lang="en-US" b="1" dirty="0">
                <a:solidFill>
                  <a:srgbClr val="3C3950"/>
                </a:solidFill>
                <a:latin typeface="Open Sans" panose="020B0604020202020204" pitchFamily="34" charset="0"/>
              </a:rPr>
              <a:t> Hybrid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12529"/>
                </a:solidFill>
                <a:effectLst/>
                <a:latin typeface="Segoe UI" panose="020B0502040204020203" pitchFamily="34" charset="0"/>
              </a:rPr>
              <a:t>.NET MAUI</a:t>
            </a:r>
            <a:endParaRPr lang="en-US" sz="1600" b="1" i="0" dirty="0">
              <a:solidFill>
                <a:srgbClr val="3C3950"/>
              </a:solidFill>
              <a:effectLst/>
              <a:latin typeface="Open Sans" panose="020B0604020202020204" pitchFamily="34" charset="0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529"/>
                </a:solidFill>
                <a:latin typeface="Segoe UI" panose="020B0502040204020203" pitchFamily="34" charset="0"/>
              </a:rPr>
              <a:t>WPF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529"/>
                </a:solidFill>
                <a:latin typeface="Segoe UI" panose="020B0502040204020203" pitchFamily="34" charset="0"/>
              </a:rPr>
              <a:t>WINFORMS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3C3950"/>
              </a:solidFill>
              <a:latin typeface="Ope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943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241</TotalTime>
  <Words>103</Words>
  <Application>Microsoft Office PowerPoint</Application>
  <PresentationFormat>Widescreen</PresentationFormat>
  <Paragraphs>35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Open Sans</vt:lpstr>
      <vt:lpstr>Segoe UI</vt:lpstr>
      <vt:lpstr>Tw Cen MT</vt:lpstr>
      <vt:lpstr>Tw Cen MT Condensed</vt:lpstr>
      <vt:lpstr>Wingdings 3</vt:lpstr>
      <vt:lpstr>Integral</vt:lpstr>
      <vt:lpstr>.NET MAUI</vt:lpstr>
      <vt:lpstr>WHAT’S MAUI?</vt:lpstr>
      <vt:lpstr>WHAT’S MAUI?</vt:lpstr>
      <vt:lpstr>WHAT’S MAUI?</vt:lpstr>
      <vt:lpstr>WHAT’S MAUI?</vt:lpstr>
      <vt:lpstr>WHAT’S MAUI?</vt:lpstr>
      <vt:lpstr>WHAT’S MAUI?</vt:lpstr>
      <vt:lpstr>WHAT’S MAUI?</vt:lpstr>
      <vt:lpstr>WHAT’S MAUI?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MAUI</dc:title>
  <dc:creator>Ali Tavakoli</dc:creator>
  <cp:lastModifiedBy>Ali Tavakoli</cp:lastModifiedBy>
  <cp:revision>11</cp:revision>
  <dcterms:created xsi:type="dcterms:W3CDTF">2022-06-29T17:30:35Z</dcterms:created>
  <dcterms:modified xsi:type="dcterms:W3CDTF">2022-06-29T21:31:52Z</dcterms:modified>
</cp:coreProperties>
</file>